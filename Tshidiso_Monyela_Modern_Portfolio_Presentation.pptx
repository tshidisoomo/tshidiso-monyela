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BEFF"/>
                </a:solidFill>
                <a:latin typeface="Aptos"/>
              </a:defRPr>
            </a:pPr>
            <a:r>
              <a:t>PROFESSIONAL PERSONAL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BEBEC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EBEFF"/>
                </a:solidFill>
                <a:latin typeface="Aptos"/>
              </a:defRPr>
            </a:pPr>
            <a:r>
              <a:t>PROFESSIONAL PERSONAL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8229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Aptos"/>
              </a:defRPr>
            </a:pPr>
            <a:r>
              <a:t>Tshidiso</a:t>
            </a:r>
            <a:br/>
            <a:r>
              <a:t>Monyela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CDCEB"/>
                </a:solidFill>
                <a:latin typeface="Aptos"/>
              </a:defRPr>
            </a:pPr>
            <a:r>
              <a:t>Third-year Information Sciences student • University of South Africa (UNISA)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060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5010912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937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42239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Learning • Building • Growing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80060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44568" y="5010912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937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42239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Web projects &amp; practical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480060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56448" y="5010912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49377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542239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Internship / entry-level opportunity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5CE2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Portfolio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7085"/>
                </a:solidFill>
                <a:latin typeface="Aptos"/>
              </a:defRPr>
            </a:pPr>
            <a:r>
              <a:t>A clear snapshot of who I am, what I am learning and what I am building.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221992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Who I 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3347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A motivated third-year Information Sciences student at UNISA with practical experience, basic computer training and a growing interest in web development.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2221992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14884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What I bring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3347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Communication</a:t>
            </a:r>
            <a:br/>
            <a:r>
              <a:t>Teamwork</a:t>
            </a:r>
            <a:br/>
            <a:r>
              <a:t>Problem-solving</a:t>
            </a:r>
            <a:br/>
            <a:r>
              <a:t>Time management</a:t>
            </a:r>
            <a:br/>
            <a:r>
              <a:t>Responsibility</a:t>
            </a:r>
            <a:br/>
            <a:r>
              <a:t>Willingness to learn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3608" y="2221992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14884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What I am building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63347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Responsive websites and beginner-friendly applications demonstrating HTML, CSS and JavaScript skills.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085"/>
                </a:solidFill>
                <a:latin typeface="Aptos"/>
              </a:defRPr>
            </a:pPr>
            <a:r>
              <a:t>Tshidiso Prensence Monyela  •  Information Sciences  •  UNISA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5CE2"/>
                </a:solidFill>
                <a:latin typeface="Aptos"/>
              </a:defRPr>
            </a:pPr>
            <a:r>
              <a:t>CAREER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Career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7085"/>
                </a:solidFill>
                <a:latin typeface="Aptos"/>
              </a:defRPr>
            </a:pPr>
            <a:r>
              <a:t>Turning Information Sciences studies into practical digital skills.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176272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4709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Career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47091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To secure an internship or entry-level opportunity in information technology, information management or a related digital field where I can apply my Information Sciences knowledge, develop practical technical skills and contribute to meaningful digital solutions.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65960"/>
            <a:ext cx="5394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3368" y="2176272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0312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8775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Present my education, skills, certifications and practical work professionally.</a:t>
            </a:r>
            <a:br/>
            <a:br/>
            <a:r>
              <a:t>Use AI-assisted development while understanding the code and design decisions.</a:t>
            </a:r>
            <a:br/>
            <a:br/>
            <a:r>
              <a:t>Build a responsive website that can continue growing with my experience.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085"/>
                </a:solidFill>
                <a:latin typeface="Aptos"/>
              </a:defRPr>
            </a:pPr>
            <a:r>
              <a:t>Tshidiso Prensence Monyela  •  Information Sciences  •  UNISA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5CE2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7085"/>
                </a:solidFill>
                <a:latin typeface="Aptos"/>
              </a:defRPr>
            </a:pPr>
            <a:r>
              <a:t>Simple, explainable tools used to build responsive beginner-friendly projects.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6060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176272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01  HTML5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20116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Semantic page structure and accessible content.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965960"/>
            <a:ext cx="26060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84448" y="2176272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103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02  CSS3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87752"/>
            <a:ext cx="20116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Responsive layouts, spacing, typography and visual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965960"/>
            <a:ext cx="26060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3368" y="2176272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03  JavaScript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87752"/>
            <a:ext cx="20116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Interactivity, simple logic and browser storage.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965960"/>
            <a:ext cx="26060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62288" y="2176272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103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04 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587752"/>
            <a:ext cx="20116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Source control, project sharing and deployment workflow.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085"/>
                </a:solidFill>
                <a:latin typeface="Aptos"/>
              </a:defRPr>
            </a:pPr>
            <a:r>
              <a:t>Tshidiso Prensence Monyela  •  Information Sciences  •  UNISA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5CE2"/>
                </a:solidFill>
                <a:latin typeface="Aptos"/>
              </a:defRPr>
            </a:pPr>
            <a:r>
              <a:t>PORTFOLIO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Projects that show what I can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7085"/>
                </a:solidFill>
                <a:latin typeface="Aptos"/>
              </a:defRPr>
            </a:pPr>
            <a:r>
              <a:t>Practical projects created for learning, demonstration and continuous improvement.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5204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084831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Portfolio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96312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Responsive personal website presenting my profile, skills, education, experience, certificates and projects.</a:t>
            </a:r>
            <a:br/>
            <a:br/>
            <a:r>
              <a:t>HTML • CSS • 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2084831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7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Small Business Stock 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496312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Records products, quantities and prices with stock calculations, search, low-stock indicators and local storage.</a:t>
            </a:r>
            <a:br/>
            <a:br/>
            <a:r>
              <a:t>HTML • CSS • JavaScript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874519"/>
            <a:ext cx="352044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3608" y="2084831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01167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Community Health Awareness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496312"/>
            <a:ext cx="29260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Educational website covering HIV, STI and TB awareness, prevention, FAQs and trusted public-health resources.</a:t>
            </a:r>
            <a:br/>
            <a:br/>
            <a:r>
              <a:t>HTML • CSS • 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085"/>
                </a:solidFill>
                <a:latin typeface="Aptos"/>
              </a:defRPr>
            </a:pPr>
            <a:r>
              <a:t>Tshidiso Prensence Monyela  •  Information Sciences  •  UNISA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5CE2"/>
                </a:solidFill>
                <a:latin typeface="Aptos"/>
              </a:defRPr>
            </a:pPr>
            <a:r>
              <a:t>EDUCATION &amp; 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Education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7085"/>
                </a:solidFill>
                <a:latin typeface="Aptos"/>
              </a:defRPr>
            </a:pPr>
            <a:r>
              <a:t>Academic progress supported by practical computer and community-health training.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30352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084831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79"/>
            <a:ext cx="4709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University of South Africa (UNISA)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96312"/>
            <a:ext cx="470915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Information Sciences — currently in my third year.</a:t>
            </a:r>
            <a:br/>
            <a:br/>
            <a:r>
              <a:t>Developing knowledge and practical skills in information sciences and digital technologies.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3368" y="2084831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79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Training &amp; certificates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96312"/>
            <a:ext cx="4800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National Senior Certificate — Vuwani Secondary School, 2020</a:t>
            </a:r>
            <a:br/>
            <a:br/>
            <a:r>
              <a:t>Basic Computer Skills — Word, Excel, PowerPoint, Internet &amp; Email</a:t>
            </a:r>
            <a:br/>
            <a:br/>
            <a:r>
              <a:t>Basic HAST Training — 2023</a:t>
            </a:r>
            <a:br/>
            <a:br/>
            <a:r>
              <a:t>Basic HIV/AIDS, STI &amp; TB Training —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085"/>
                </a:solidFill>
                <a:latin typeface="Aptos"/>
              </a:defRPr>
            </a:pPr>
            <a:r>
              <a:t>Tshidiso Prensence Monyela  •  Information Sciences  •  UNISA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5CE2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Experience &amp; transferable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7085"/>
                </a:solidFill>
                <a:latin typeface="Aptos"/>
              </a:defRPr>
            </a:pPr>
            <a:r>
              <a:t>Professional experience that strengthens communication, responsibility and teamwork.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130552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709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Peer Educator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47091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EPWP Jozi Ihlomile</a:t>
            </a:r>
            <a:br/>
            <a:r>
              <a:t>January 2023 – June 2026</a:t>
            </a:r>
            <a:br/>
            <a:br/>
            <a:r>
              <a:t>Community education and awareness activities, clear communication, teamwork and reliable responsibility.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394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3368" y="2130552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General 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420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Koogan Plastics</a:t>
            </a:r>
            <a:br/>
            <a:r>
              <a:t>January 2021 – January 2022</a:t>
            </a:r>
            <a:br/>
            <a:br/>
            <a:r>
              <a:t>Assigned workplace duties, cooperation with colleagues, following instructions and dependable task completion.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085"/>
                </a:solidFill>
                <a:latin typeface="Aptos"/>
              </a:defRPr>
            </a:pPr>
            <a:r>
              <a:t>Tshidiso Prensence Monyela  •  Information Sciences  •  UNISA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5CE2"/>
                </a:solidFill>
                <a:latin typeface="Aptos"/>
              </a:defRPr>
            </a:pPr>
            <a:r>
              <a:t>UI/UX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Modern UI/UX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7085"/>
                </a:solidFill>
                <a:latin typeface="Aptos"/>
              </a:defRPr>
            </a:pPr>
            <a:r>
              <a:t>Design choices keep the portfolio clear, accessible and responsive.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130552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Mobile-first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29260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The layout adapts across desktop, tablet and mobile screens.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2024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2130552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574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Clear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42032"/>
            <a:ext cx="29260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Consistent spacing, readable typography, card-based content and simple navigation.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20240"/>
            <a:ext cx="35204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3608" y="2130552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20574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Useful interactions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542032"/>
            <a:ext cx="29260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Sticky navigation, mobile menu, project links and a downloadable CV improve usability.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085"/>
                </a:solidFill>
                <a:latin typeface="Aptos"/>
              </a:defRPr>
            </a:pPr>
            <a:r>
              <a:t>Tshidiso Prensence Monyela  •  Information Sciences  •  UNISA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B5CE2"/>
                </a:solidFill>
                <a:latin typeface="Aptos"/>
              </a:defRPr>
            </a:pPr>
            <a:r>
              <a:t>DEPLOYMENT &amp;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66708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11827"/>
                </a:solidFill>
                <a:latin typeface="Aptos"/>
              </a:defRPr>
            </a:pPr>
            <a:r>
              <a:t>Deployment &amp; future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7085"/>
                </a:solidFill>
                <a:latin typeface="Aptos"/>
              </a:defRPr>
            </a:pPr>
            <a:r>
              <a:t>A portfolio designed to evolve as technical skills and experience grow.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5528" y="2130552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57400"/>
            <a:ext cx="4709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Publish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4709159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Deploy through GitHub Pages, Vercel or Netlify.</a:t>
            </a:r>
            <a:br/>
            <a:br/>
            <a:r>
              <a:t>Connect individual project repositories and add screenshots as projects are tested and documented.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5394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73368" y="2130552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4800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Keep improving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42032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Add verified future certificates and real experience.</a:t>
            </a:r>
            <a:br/>
            <a:br/>
            <a:r>
              <a:t>Continue expanding the portfolio as technical skills grow.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085"/>
                </a:solidFill>
                <a:latin typeface="Aptos"/>
              </a:defRPr>
            </a:pPr>
            <a:r>
              <a:t>Tshidiso Prensence Monyela  •  Information Sciences  •  UNISA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EBEFF"/>
                </a:solidFill>
                <a:latin typeface="Aptos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286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BEBEC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Aptos"/>
              </a:defRPr>
            </a:pPr>
            <a: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2D2E1"/>
                </a:solidFill>
                <a:latin typeface="Aptos"/>
              </a:defRPr>
            </a:pPr>
            <a:r>
              <a:t>Tshidiso Prensence Monyela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3410712"/>
            <a:ext cx="100584" cy="100584"/>
          </a:xfrm>
          <a:prstGeom prst="ellipse">
            <a:avLst/>
          </a:prstGeom>
          <a:solidFill>
            <a:srgbClr val="5B5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3375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Information Sciences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822191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Third-year student • UNISA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2004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44568" y="3410712"/>
            <a:ext cx="100584" cy="10058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3375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822191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github.com/TshidisoOmo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2004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6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56448" y="3410712"/>
            <a:ext cx="100584" cy="10058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33375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11827"/>
                </a:solidFill>
                <a:latin typeface="Aptos"/>
              </a:defRPr>
            </a:pPr>
            <a:r>
              <a:t>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9" y="3822191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Aptos"/>
              </a:defRPr>
            </a:pPr>
            <a:r>
              <a:t>matshidisononyela01@gmail.com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